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6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17520" y="0"/>
            <a:ext cx="548640" cy="51435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51" y="1170432"/>
            <a:ext cx="2495981" cy="29405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1181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749040" y="5486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749040" y="11704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7490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C Programming Game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49040" y="2359152"/>
            <a:ext cx="5029200" cy="36576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749040" y="2468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Apparaju  (1262251206)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Gupta  (1262250792)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Aunip Mishra  (1262252423)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Magdum  (1262253867)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Savant  (1262252910)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490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Dr. Renuka Mane  |  FOP Program Co-Ordinator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4904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World Peace University, Pune  |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77824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877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8229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389888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5727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139696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3225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2889504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072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Summary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3639312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87705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8221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877824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09160" y="877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8229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84648" y="1389888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162763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0916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84648" y="15727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Experimental Setup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84648" y="2139696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237744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916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84648" y="232257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84648" y="2889504"/>
            <a:ext cx="3474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312724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0916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4648" y="3072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1704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text-based, turn-based C simulation game where you play a student navigating a </a:t>
            </a: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academic week.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you make ONE decision — study, scroll reels, game, sleep, or hang out. Every choice affects your stats in real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111556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231136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99616" y="2231136"/>
            <a:ext cx="1115568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99616" y="2231136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24912" y="2231136"/>
            <a:ext cx="1115568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24912" y="2231136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50208" y="2231136"/>
            <a:ext cx="1115568" cy="64008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50208" y="2231136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9992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336499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burnout &amp; mental health is a serious, often-ignored crisis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time management is a top cause of academic failure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 C-based simulator exists for this problem space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make consequences visceral — better than lectures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749808"/>
            <a:ext cx="338328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0" y="896112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DAY 3 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Theme: Midweek Crisis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Energy: 60 | Stress: 45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 you do today?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Study   (Prod +20)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Reels   (Happy +8)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Game    (Happy +15)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Sleep   (Energy +30)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Productivity +20 ✓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86384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786384"/>
            <a:ext cx="64008" cy="1188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high-pressure engineering programs struggle with poor time management, excessive screen time, and neglected mental health. There is a lack of engaging, code-based simulation tools that allow students to explore these consequences in a low-stakes environment. This project addresses that gap using only the C standard library.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1214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" y="25420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a turn-based student life simulator in C (C99)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73552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" y="32004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Energy, Happiness, Stress &amp; Productivity with realistic interactions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" y="3858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file-based save/load with player authentication and version control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0916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11496" y="25420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streak bonuses, random events, and burnout mechanics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73552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0916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11496" y="32004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graded final report card with Regret Score and player identity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931920"/>
            <a:ext cx="32918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0916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11496" y="3858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use of arrays, pointers, file I/O, and control flow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863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7863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841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Apparaju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133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1262251206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896112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0" y="859536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authentication module, day intro logic, regret score formula, report generation, code debugging &amp; final integration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59105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1591056"/>
            <a:ext cx="64008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Gupta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1262250792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1700784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0" y="1664208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file I/O module, version checking, cooldown mode logic (Speedrun &amp; Realism), player identity classification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39572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64008" cy="71323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Aunip Mishra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1262252423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505456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0" y="2468880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play_session() function, action delta table (2D array), stat clamping, low happiness penalty, streak bonus mechanic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64008" cy="71323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Magdum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1262253867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3310128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0" y="3273552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event engine, day modifier lookup tables, burnout/exhaustion handler, day theme display system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00507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4005072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Savant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352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1262252910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06040" y="411480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0" y="4078224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card output, grade mapping function, bar chart ASCII visualizer, testing all 8 test cases, project report writing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SURVEY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" y="4896612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749808"/>
            <a:ext cx="566928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" y="749808"/>
            <a:ext cx="25603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74980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749808"/>
            <a:ext cx="18288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74980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57216" y="749808"/>
            <a:ext cx="3218688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0" y="749808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Project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1078992"/>
            <a:ext cx="56692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6888" y="1078992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Ref[1]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" y="1078992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3816" y="10789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in Education: A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28416" y="10789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74136" y="10789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mechanics, reward 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57216" y="1078992"/>
            <a:ext cx="32186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02936" y="1078992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design of streak bonus &amp; grading system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1517904"/>
            <a:ext cx="56692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46888" y="1517904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Ref[2]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" y="1517904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3816" y="151790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Academic Performance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28416" y="1517904"/>
            <a:ext cx="18288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74136" y="151790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regression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57216" y="1517904"/>
            <a:ext cx="321868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02936" y="1517904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stress-productivity trade-off modeling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" y="1956816"/>
            <a:ext cx="56692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46888" y="195681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Ref[3]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" y="195681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13816" y="19568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Simulation Games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28416" y="1956816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74136" y="195681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57216" y="1956816"/>
            <a:ext cx="32186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02936" y="1956816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our text-based simulation approach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1168" y="2395728"/>
            <a:ext cx="56692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46888" y="2395728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Ref[4]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8096" y="2395728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13816" y="23957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Patterns in Students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28416" y="2395728"/>
            <a:ext cx="18288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74136" y="23957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57216" y="2395728"/>
            <a:ext cx="321868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202936" y="2395728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daily action-consequence delta design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" y="2834640"/>
            <a:ext cx="56692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46888" y="2834640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Ref[5]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" y="2834640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13816" y="28346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Games for Health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28416" y="28346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374136" y="28346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controlled trial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157216" y="2834640"/>
            <a:ext cx="32186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202936" y="283464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game-based tools improve awareness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" y="3273552"/>
            <a:ext cx="56692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46888" y="3273552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Ref[6]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68096" y="3273552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13816" y="32735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Mechanics in Games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328416" y="3273552"/>
            <a:ext cx="18288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374136" y="32735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 (ACM CHI)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57216" y="3273552"/>
            <a:ext cx="321868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202936" y="3273552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versioned file I/O save system design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1168" y="3712464"/>
            <a:ext cx="56692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246888" y="3712464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Ref[7]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8096" y="371246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13816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Formation via Apps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28416" y="371246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374136" y="37124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analytics + survey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157216" y="3712464"/>
            <a:ext cx="32186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202936" y="3712464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study streak bonus mechanic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01168" y="4151376"/>
            <a:ext cx="56692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46888" y="415137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Ref[8]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68096" y="4151376"/>
            <a:ext cx="25603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813816" y="41513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 Education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328416" y="4151376"/>
            <a:ext cx="18288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374136" y="415137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(ACM SIGCSE)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157216" y="4151376"/>
            <a:ext cx="321868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202936" y="4151376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 as valid language for educational tools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2194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82880" y="490118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uses a sequential day-loop: each session = one game day. The player picks an action → stats update → random event may fire → game saves → next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3716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1463040"/>
            <a:ext cx="18288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0" y="1463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Player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1463040"/>
            <a:ext cx="1645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0" y="1463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New Save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128016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0" y="14630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&gt; 5?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0" y="1463040"/>
            <a:ext cx="173736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0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Card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1737360" cy="4389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23774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Day Theme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2377440"/>
            <a:ext cx="1828800" cy="4389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19456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Picks Action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06240" y="2377440"/>
            <a:ext cx="1645920" cy="4389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06240" y="2377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 Deltas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53328" y="2377440"/>
            <a:ext cx="1810512" cy="4389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Event (33%)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310128"/>
            <a:ext cx="1463040" cy="420624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33101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Day++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0" y="166420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0" y="166420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0" y="166420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09360" y="1901952"/>
            <a:ext cx="0" cy="475488"/>
          </a:xfrm>
          <a:prstGeom prst="line">
            <a:avLst/>
          </a:prstGeom>
          <a:noFill/>
          <a:ln w="254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45936" y="1938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1682496"/>
            <a:ext cx="201168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15361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2596896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23360" y="2596896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852160" y="2596896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863840" y="2596896"/>
            <a:ext cx="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135117" y="3202652"/>
            <a:ext cx="6728723" cy="3432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737360" y="3236976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114800" y="3255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38221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Mechanics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4133088"/>
            <a:ext cx="20116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4320" y="4133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Streak +10 Bonus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4133088"/>
            <a:ext cx="20116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468880" y="4133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&amp; Exhaustion Handler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133088"/>
            <a:ext cx="20116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663440" y="4133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Event Engine (33%)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58000" y="4133088"/>
            <a:ext cx="20116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858000" y="4133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Save / Load</a:t>
            </a:r>
            <a:endParaRPr lang="en-US" sz="95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D7C7D5D-BB47-0BFD-F503-F9859B43EEAC}"/>
              </a:ext>
            </a:extLst>
          </p:cNvPr>
          <p:cNvCxnSpPr>
            <a:endCxn id="28" idx="0"/>
          </p:cNvCxnSpPr>
          <p:nvPr/>
        </p:nvCxnSpPr>
        <p:spPr>
          <a:xfrm flipH="1">
            <a:off x="1005840" y="3202652"/>
            <a:ext cx="129277" cy="1074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7863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152144"/>
            <a:ext cx="146304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1521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152144"/>
            <a:ext cx="16459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83080" y="11521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15214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Laptop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37360" y="14630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783080" y="1463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x86-64 processor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1463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865376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865376"/>
            <a:ext cx="1645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783080" y="18653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GB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9000" y="18653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2677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2677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26771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783080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MB free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2267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37360" y="2670048"/>
            <a:ext cx="1645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783080" y="2670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29000" y="26700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79161" y="841248"/>
            <a:ext cx="4072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1152144"/>
            <a:ext cx="1640471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76799" y="1152144"/>
            <a:ext cx="8424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Software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14809" y="1152144"/>
            <a:ext cx="146304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55080" y="11521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Version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11521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14630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09160" y="1463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GCC Compiler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146304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55080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v9+ (MinGW on Windows)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18120" y="1463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1865376"/>
            <a:ext cx="1645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709160" y="18653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Code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09360" y="1865376"/>
            <a:ext cx="14630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35508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v1.80+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818120" y="18653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226771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09160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/ GitHub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09360" y="22677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355080" y="22677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v2.40+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818120" y="22677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69470" y="2670048"/>
            <a:ext cx="1645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709160" y="2670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10/11 or Ubuntu 20+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75120" y="2651760"/>
            <a:ext cx="1102729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355080" y="2670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recent version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818120" y="26700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703320" y="996695"/>
            <a:ext cx="471389" cy="212140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EXPERIMENTAL SETUP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2194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" y="4892040"/>
            <a:ext cx="9034272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7863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Delta Table (2D Array)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49377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49961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deltas[5][4]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20,-20,-5, 10 }, // Study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 0,-10, 8, -5 }, // Reels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-5, 30, 0, -8 }, // Sleep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Score Formula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9377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6883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regret = (100 - avg_prod)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stress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(happiness / 2);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Bonus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49377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87705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if(choice==1 &amp;&amp; last_action==1)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daily_prod += 10; // +10 bonus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7863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Test Cases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40680" y="1188720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0" y="1188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trigger (stress=100)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0" y="11887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1609344"/>
            <a:ext cx="34747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0" y="16093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streak +10 bonus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16093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029968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same user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20299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40680" y="2450592"/>
            <a:ext cx="34747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0" y="24505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user alert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0" y="24505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2871216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0" y="28712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after Day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28712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3291840"/>
            <a:ext cx="34747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0" y="32918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clamping (min/max)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0" y="32918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40680" y="3712464"/>
            <a:ext cx="3474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0" y="37124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event (33% rate)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0" y="371246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0680" y="4133088"/>
            <a:ext cx="34747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0" y="4133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save version discard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9600" y="41330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2194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8016" y="4878324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</a:t>
            </a:r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86384"/>
            <a:ext cx="4389120" cy="3291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822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Final Report Card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152144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Final Report Card ===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Studied        | ########## (60)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2: Studied        | ############## (80)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3: Studied        | ############ (70)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4: Watched Reels  | (0)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5: Studied        | ################ (90)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Streak: 3 days! Impressive.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Final Summary 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Productivity : 60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Stress     : 55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Happiness  : 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Regret Score     : 55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Grade: C | Identity: Survivor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786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2070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21224" y="105384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objectives achieved — fully functional 5-day simulation in 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7190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21224" y="1581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correctly models the stress-productivity-happiness interplay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23113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248656" y="211289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save system enables persistent multi-session gameplay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262038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test cases pass — burnout, streaks, save/load, clamping verified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2552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34917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Score formula provides a meaningful composite metric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3167" y="45857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(Simulated Playtests)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4041648"/>
            <a:ext cx="566928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4937760" y="4334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05856" y="3767328"/>
            <a:ext cx="5669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05856" y="4334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73952" y="3675888"/>
            <a:ext cx="566928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4334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42048" y="4096512"/>
            <a:ext cx="566928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42048" y="4334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4169664"/>
            <a:ext cx="566928" cy="14630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10144" y="4334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" y="2194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8016" y="4873752"/>
            <a:ext cx="89794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Mental Health Simulator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901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804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822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Hamari, J. Koivisto, H. Sarsa, "Does Gamification Work?," Proc. 47th Hawaii Int. Conf. Syst. Sci., 2014, pp. 3025–3034.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58191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Stallman, "C Programming and Free Software Philosophy," Free Software Foundation, 2002.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W. Kernighan, D. M. Ritchie, The C Programming Language, 2nd ed. Prentice Hall, 1988.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McGonigal, Reality Is Broken: Why Games Make Us Better. Penguin Press, 2011.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1363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Kuppuswamy, S. Mahesh, "Mental Health in Engineering Students," J. Eng. Educ., vol. 12, no. 3, 2020.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804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66944" y="822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W. Malone, "What Makes Things Fun to Learn?," Ph.D. dissertation, Stanford Univ., CA, 1980.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58191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66944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Crawford, The Art of Computer Game Design. McGraw-Hill, 1984.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35915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66944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Dix, J. Finlay, G. Abowd, R. Beale, Human-Computer Interaction, 3rd ed. Pearson, 2004.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13639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6944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Peng et al., "Is Playing Exergames Really Exercising?," Cyberpsychol. Behav. Soc. Netw., vol. 14, no. 11, 2011.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913632"/>
            <a:ext cx="43891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66944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Barab et al., "Situationally Embodied Curriculum," Sci. Educ., vol. 91, no. 5, 2007.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1503</Words>
  <Application>Microsoft Office PowerPoint</Application>
  <PresentationFormat>On-screen Show (16:9)</PresentationFormat>
  <Paragraphs>283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Mental Health Simulator</dc:title>
  <dc:subject>PptxGenJS Presentation</dc:subject>
  <dc:creator>PptxGenJS</dc:creator>
  <cp:lastModifiedBy>Anish Apparaju</cp:lastModifiedBy>
  <cp:revision>7</cp:revision>
  <dcterms:created xsi:type="dcterms:W3CDTF">2026-03-27T06:34:44Z</dcterms:created>
  <dcterms:modified xsi:type="dcterms:W3CDTF">2026-03-27T06:57:52Z</dcterms:modified>
</cp:coreProperties>
</file>